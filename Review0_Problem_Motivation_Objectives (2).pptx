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1</a:t>
            </a:r>
          </a:p>
        </p:txBody>
      </p:sp>
      <p:pic>
        <p:nvPicPr>
          <p:cNvPr id="5" name="Picture 4" descr="klh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"/>
            <a:ext cx="420624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REVIEW 0</a:t>
            </a:r>
          </a:p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Problem · Motivation · Objectives</a:t>
            </a:r>
          </a:p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548235"/>
                </a:solidFill>
                <a:latin typeface="Times New Roman"/>
              </a:rPr>
              <a:t>Smart Inventory &amp; Warehouse Management System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Team Members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 Svara Haasini – 2520090170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 Sudharshini – 2520090227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Samyuktha Kandukuri – 2520090157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Database Systems Engineering &amp; Distributed Backend Development (25CS1302E)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Under the Guidance of: Course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2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Abstract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Problem Statement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Motivation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3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 database-driven application to centrally manage products, stock levels, suppliers, warehouses, and inventory transactions.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Replaces error-prone manual record keeping with a MySQL database exposed through a Flask web interface.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Automatically updates stock on every purchase, transfer, or dispatch, and flags low-stock items for timely restocking.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Uses SQL joins, aggregate functions, views, and stored procedures for accurate, redundancy-free data management.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DBMS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Core technology: relational database design &amp;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4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Existing problem: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small and mid-sized warehouses still track stock with spreadsheets, paper registers, or basic POS tools with no database backing.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Who is affected: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warehouse staff, suppliers, and managers who need accurate, real-time stock visibility across locations.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Why it matters: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manual methods are slow, error-prone, and make searching, reporting, and restocking decisions unreliable.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Key limitation: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no structured relationships between products, suppliers, and warehouses, leading to redundant and inconsistent data.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Problem definition: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design a relational database system that centralizes inventory data and automates stock updates and low-stock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5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Why this project: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inventory mismanagement is one of the most common and costly problems for growing businesses.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Real-world importance: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accurate stock data directly affects order fulfilment, supplier trust, and warehouse efficiency.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Need for automation: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manual restocking checks and duplicate data entry waste staff time and introduce errors.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Expected benefit: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a single reliable source of truth for products, stock, suppliers, and transactions.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Academic relevance:  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hands-on application of core DBMS concepts — schema design, normalization, joins, and stored procedures.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6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Design a normalized relational schema linking Products, Categories, Suppliers, Warehouses, Stock, and Transactions.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Build a Flask + MySQL backend to add, update, search, and delete inventory records without writing raw SQL.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Automatically update stock levels on every purchase, transfer, or dispatch transaction.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Flag products that fall below a defined reorder threshold for timely restocking.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Enable fast reporting using SQL joins, aggregate functions, views, and stored procedures.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Core objectives guiding the system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