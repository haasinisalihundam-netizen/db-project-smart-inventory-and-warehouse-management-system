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1</a:t>
            </a:r>
          </a:p>
        </p:txBody>
      </p:sp>
      <p:pic>
        <p:nvPicPr>
          <p:cNvPr id="5" name="Picture 4" descr="klh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"/>
            <a:ext cx="420624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REVIEW 1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548235"/>
                </a:solidFill>
                <a:latin typeface="Times New Roman"/>
              </a:rPr>
              <a:t>Literature Survey · Research Gap · References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Smart Inventory &amp; Warehouse Management System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Team Members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 Svara Haasini – 2520090170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 Sudharshini – 2520090227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Samyuktha Kandukuri – 2520090157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Database Systems Engineering &amp; Distributed Backend Development (25CS1302E)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2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Recap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Literature Survey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Research Gap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Proposed Direction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3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Recap — Review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Problem: manual, spreadsheet-based inventory tracking is slow and error-prone.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Motivation: a centralized database improves accuracy and saves staff time.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Objectives: design a relational schema and automate stock updates and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4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Comparative review of common inventory-tracking approaches, not a peer-reviewed paper survey — informs the design of the proposed DBMS solution.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84048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Approach Reviewed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Spreadsheet-based tracking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Excel/Google Sheets used to log stock manually.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No relational integrity; slow, error-prone at scale.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Barcode-based inventory systems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Barcode scanning updates stock counts on sale.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Needs scanner hardware; still lacks relational reporting.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Basic POS software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Point-of-sale tools track sales, minimal stock logic.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Little support for multi-warehouse or supplier data.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Cloud ERP/SaaS inventory tools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Commercial platforms (e.g., Zoho, Odoo modules).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Costly, generic, and not customizable for course needs.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RFID-based tracking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Radio tags automate item-level identification.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High hardware cost; overkill for small/mid warehouses.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5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Research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Existing spreadsheet and POS-based methods lack enforced relationships between products, suppliers, and warehouses.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Low-stock detection is manual in most small-scale tools — no automatic reorder flagging.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Commercial ERP/SaaS options are costly, generic, and difficult to customize or extend for a specific business.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Very few lightweight, self-hosted solutions combine a normalized relational schema with a simple web interface.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Gap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No low-cost, database-driven, multi-warehouse solution with automated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6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Proposed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Relational core: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MySQL schema with enforced primary/foreign-key relationships across all entities.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Automation: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stock levels update automatically on every transaction; low-stock items are flagged.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Accessible interface: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Flask + Bootstrap web app so staff never write raw SQL.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Efficient retrieval: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joins, aggregate functions, views, and stored procedures for fast reporting.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7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References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344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Reference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Elmasri, R., &amp; Navathe, S. B. — Fundamentals of Database Systems.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MySQL 8.0 Reference Manual — Oracle Corporation, official documentation.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Flask Documentation — Pallets Projects, official documentation.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Silberschatz, A., Korth, H., &amp; Sudarshan, S. — Database System Concepts.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Bootstrap Documentation — responsive UI framework reference.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Comparative study of inventory management approaches (course literature review).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