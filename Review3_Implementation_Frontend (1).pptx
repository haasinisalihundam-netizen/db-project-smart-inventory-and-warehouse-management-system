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1</a:t>
            </a:r>
          </a:p>
        </p:txBody>
      </p:sp>
      <p:pic>
        <p:nvPicPr>
          <p:cNvPr id="5" name="Picture 4" descr="klh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"/>
            <a:ext cx="420624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REVIEW 3</a:t>
            </a:r>
          </a:p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Implementation · Frontend Screens</a:t>
            </a:r>
          </a:p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548235"/>
                </a:solidFill>
                <a:latin typeface="Times New Roman"/>
              </a:rPr>
              <a:t>Smart Inventory &amp; Warehouse Management System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Team Members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 Svara Haasini – 2520090170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 Sudharshini – 2520090227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Samyuktha Kandukuri – 2520090157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Database Systems Engineering &amp; Distributed Backend Development (25CS1302E)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2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Recap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Implementation Modules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Screenshots / Working Demo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Current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3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Recap —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Methodology: requirement gathering → schema design → DB creation → backend → frontend.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Architecture: presentation, application, data-access, and database layers.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Database design: Product, Category, Supplier, Warehouse, Stock, and Transaction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4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Implementation —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Module 1: Product &amp; Category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Add, edit, delete, and search product and category records. Enforces category_id foreign-key links.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Module 2: Supplier &amp; Warehouse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Manage supplier contacts and warehouse locations; links suppliers to the products they provide.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Module 3: Stock &amp; Transactions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Records stock-in/out transactions, auto-updates quantities, and flags low-stock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5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Screenshots / Working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Home / Login Page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Product Dashboard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Add / Edit Product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Supplier &amp; Warehouse View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Stock Transaction Form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Low-Stock Alert View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Live demo of the working prototype will be shown during the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6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Current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Overall Progress: ~70%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84048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Project Component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Problem Identification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Literature Survey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Database Schema Design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Module 1 — Product &amp; Category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Module 2 — Supplier &amp; Warehouse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Completed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Module 3 — Stock &amp; Transactions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In Progress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Frontend Integration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In Progress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Pending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